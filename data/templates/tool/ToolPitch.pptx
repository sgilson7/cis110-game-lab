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Tool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Team number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central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Say what your tool does, and for whom, in one or two sentences.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someone uses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Draw the steps a person takes, from opening the tool to getting the result, with a SmartArt process or arrows.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List the three to five rules that matter most.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mock-up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Draw one screen of your tool with shapes. Label each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cut and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List the ideas you cut, and say why you cut each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