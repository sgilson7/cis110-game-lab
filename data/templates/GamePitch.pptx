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Game 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Team number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central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Say the idea of your game in one or two sentences.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gameplay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Draw the loop the player repeats, with a SmartArt cycle or arrows.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List the three to five rules that matter most.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 mock-up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Draw one screen of your game with shapes. Label each 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cut and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List the ideas you cut, and say why you cut each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